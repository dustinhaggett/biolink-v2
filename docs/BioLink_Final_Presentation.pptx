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606D"/>
                </a:solidFill>
              </a:defRPr>
            </a:pPr>
            <a:r>
              <a:t>BioLink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</a:defRPr>
            </a:pPr>
            <a:r>
              <a:t>AI-Powered Drug Repurposing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8C0"/>
                </a:solidFill>
              </a:defRPr>
            </a:pPr>
            <a:r>
              <a:t>Turning a research model into a tool that patients, researchers, and clinicians can actually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0"/>
                </a:solidFill>
              </a:defRPr>
            </a:pPr>
            <a:r>
              <a:t>AAI 595 — Applied Machine Learning  |  Dr. Tao 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Dustin Haggett  |  Kera Prosper  |  Mia Braun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0"/>
                </a:solidFill>
              </a:defRPr>
            </a:pPr>
            <a:r>
              <a:t>Drug development is broken. Can AI help fix it?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16459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10-15 Years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Average time to bring a new drug to market from discovery to FDA approval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91840" cy="16459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$2.6 Billion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Average cost per approved drug, including failures (DiMasi et al., 2016)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291840" cy="16459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90% Failure Rate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Nine out of ten drug candidates fail in clinical trials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Drug repurposing offers a faster path: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7,000+ FDA-approved drugs already have established safety profiles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Repurposed drugs can skip years of preclinical testing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But identifying candidates requires massive literature review and domain expertise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No accessible tool exists for exploring drug-disease connections grounded in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Our Solution: BioLink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0"/>
                </a:solidFill>
              </a:defRPr>
            </a:pPr>
            <a:r>
              <a:t>A knowledge graph AI that makes drug repurposing accessible to everyone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12801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Search by Disease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"What drugs might treat Lyme Disease?" — Ranks 7,163 drugs by predicted relevance with calibrated confidence scores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12801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Search by Drug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"I'm taking Metformin — what else might it help?" — Scores all 2,525 diseases against a single drug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200400" cy="137160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Evidence Grounding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Every prediction is checked against published literature, clinical trials, and FDA data — not just model 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657600"/>
            <a:ext cx="3200400" cy="137160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Verdict System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Evidence Supports / Conflicts / Standard-of-Care / Insufficient — so users see when evidence disagrees with the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657600"/>
            <a:ext cx="3200400" cy="137160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Actionable Output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Clinical trial links, PDF reports, comparison tables, follow-up Q&amp;A — built for real-world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</a:defRPr>
            </a:pPr>
            <a:r>
              <a:t>Always with disclaimers: BioLink is a hypothesis generator, not medical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737360" cy="14630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1. Input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User types disease</a:t>
            </a:r>
            <a:br/>
            <a:r>
              <a:t>or drug 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1463040"/>
            <a:ext cx="1737360" cy="14630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2. Entity Resolution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Claude Haiku maps</a:t>
            </a:r>
            <a:br/>
            <a:r>
              <a:t>free-text to CTD 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463040"/>
            <a:ext cx="1737360" cy="14630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3. Model Scoring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MLP scores 7,163 drugs</a:t>
            </a:r>
            <a:br/>
            <a:r>
              <a:t>(AUC = 0.947)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9" y="1463040"/>
            <a:ext cx="1737360" cy="14630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4. Calibration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Temperature scaling</a:t>
            </a:r>
            <a:br/>
            <a:r>
              <a:t>for honest probabilities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463040"/>
            <a:ext cx="1737360" cy="14630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5. Enrichment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PubMed + FDA + Trials</a:t>
            </a:r>
            <a:br/>
            <a:r>
              <a:t>(parallel async)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463040"/>
            <a:ext cx="1737360" cy="14630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6. Evidence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Perplexity searches</a:t>
            </a:r>
            <a:br/>
            <a:r>
              <a:t>published literature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The AI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291840" cy="228600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MLP Classifier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Input: 800-dim feature vector</a:t>
            </a:r>
            <a:br/>
            <a:r>
              <a:t>[drug, disease, |diff|, product]</a:t>
            </a:r>
            <a:br/>
            <a:br/>
            <a:r>
              <a:t>Hidden: 256 neurons</a:t>
            </a:r>
            <a:br/>
            <a:r>
              <a:t>BatchNorm + ReLU + Dropout</a:t>
            </a:r>
            <a:br/>
            <a:br/>
            <a:r>
              <a:t>Output: calibrated probability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840480"/>
            <a:ext cx="3291840" cy="228600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BioWordVec Embeddings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200-dim vectors trained on</a:t>
            </a:r>
            <a:br/>
            <a:r>
              <a:t>PubMed + MIMIC-III</a:t>
            </a:r>
            <a:br/>
            <a:br/>
            <a:r>
              <a:t>Captures biomedical semantic</a:t>
            </a:r>
            <a:br/>
            <a:r>
              <a:t>relationships between terms</a:t>
            </a:r>
            <a:br/>
            <a:br/>
            <a:r>
              <a:t>7,163 drugs + 2,525 diseases</a:t>
            </a:r>
            <a:br/>
            <a:r>
              <a:t>pre-embedded at startup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40480"/>
            <a:ext cx="3291840" cy="228600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Training Data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Comparative Toxicogenomics</a:t>
            </a:r>
            <a:br/>
            <a:r>
              <a:t>Database (CTD)</a:t>
            </a:r>
            <a:br/>
            <a:br/>
            <a:r>
              <a:t>~380,000 drug-disease pairs</a:t>
            </a:r>
            <a:br/>
            <a:r>
              <a:t>with known associations</a:t>
            </a:r>
            <a:br/>
            <a:br/>
            <a:r>
              <a:t>Test AUC: 0.947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201168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B7A3D"/>
                </a:solidFill>
              </a:defRPr>
            </a:pPr>
            <a:r>
              <a:t>Evidence Verdicts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Supports / Conflicts /</a:t>
            </a:r>
            <a:br/>
            <a:r>
              <a:t>Standard-of-Care /</a:t>
            </a:r>
            <a:br/>
            <a:r>
              <a:t>Insufficient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371600"/>
            <a:ext cx="2651760" cy="201168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Evidence Quality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RCT / Human Study /</a:t>
            </a:r>
            <a:br/>
            <a:r>
              <a:t>Preclinical / Case Report /</a:t>
            </a:r>
            <a:br/>
            <a:r>
              <a:t>Theoretical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651760" cy="201168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606D"/>
                </a:solidFill>
              </a:defRPr>
            </a:pPr>
            <a:r>
              <a:t>Clinical Trials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Live lookup from</a:t>
            </a:r>
            <a:br/>
            <a:r>
              <a:t>ClinicalTrials.gov with</a:t>
            </a:r>
            <a:br/>
            <a:r>
              <a:t>direct enrollment links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371600"/>
            <a:ext cx="2651760" cy="201168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267987"/>
                </a:solidFill>
              </a:defRPr>
            </a:pPr>
            <a:r>
              <a:t>Pathway Chains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Drug -&gt; Target -&gt;</a:t>
            </a:r>
            <a:br/>
            <a:r>
              <a:t>Pathway -&gt; Effect</a:t>
            </a:r>
            <a:br/>
            <a:r>
              <a:t>visualized per result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2651760" cy="201168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B45309"/>
                </a:solidFill>
              </a:defRPr>
            </a:pPr>
            <a:r>
              <a:t>Compare Mode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Select multiple drugs</a:t>
            </a:r>
            <a:br/>
            <a:r>
              <a:t>for side-by-side</a:t>
            </a:r>
            <a:br/>
            <a:r>
              <a:t>comparison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749039"/>
            <a:ext cx="2651760" cy="201168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Follow-up Q&amp;A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Ask questions about</a:t>
            </a:r>
            <a:br/>
            <a:r>
              <a:t>any result, grounded</a:t>
            </a:r>
            <a:br/>
            <a:r>
              <a:t>in published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749039"/>
            <a:ext cx="2651760" cy="201168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C4320A"/>
                </a:solidFill>
              </a:defRPr>
            </a:pPr>
            <a:r>
              <a:t>Drug Interactions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Warns when a candidate</a:t>
            </a:r>
            <a:br/>
            <a:r>
              <a:t>interacts with standard</a:t>
            </a:r>
            <a:br/>
            <a:r>
              <a:t>treatments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749039"/>
            <a:ext cx="2651760" cy="201168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B0B8C0"/>
                </a:solidFill>
              </a:defRPr>
            </a:pPr>
            <a:r>
              <a:t>Export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PDF reports + CSV</a:t>
            </a:r>
            <a:br/>
            <a:r>
              <a:t>for sharing with</a:t>
            </a:r>
            <a:br/>
            <a:r>
              <a:t>healthcare providers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Multi-API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0"/>
                </a:solidFill>
              </a:defRPr>
            </a:pPr>
            <a:r>
              <a:t>5 APIs working together — 3 free, 2 paid (cheap)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Claude Haiku (Anthropic)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</a:defRPr>
            </a:pPr>
            <a:r>
              <a:t>Entity resolution + explanations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</a:defRPr>
            </a:pPr>
            <a:r>
              <a:t>API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</a:defRPr>
            </a:pPr>
            <a:r>
              <a:t>~$0.001/query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Perplexity Sonar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</a:defRPr>
            </a:pPr>
            <a:r>
              <a:t>Evidence search + follow-up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</a:defRPr>
            </a:pPr>
            <a:r>
              <a:t>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</a:defRPr>
            </a:pPr>
            <a:r>
              <a:t>~$0.005/query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PubMed E-utilities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</a:defRPr>
            </a:pPr>
            <a:r>
              <a:t>Publication co-occurrence 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</a:defRPr>
            </a:pPr>
            <a:r>
              <a:t>None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7A3D"/>
                </a:solidFill>
              </a:defRPr>
            </a:pPr>
            <a:r>
              <a:t>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94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OpenFDA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</a:defRPr>
            </a:pPr>
            <a:r>
              <a:t>Drug approval status lookup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</a:defRPr>
            </a:pPr>
            <a: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7A3D"/>
                </a:solidFill>
              </a:defRPr>
            </a:pPr>
            <a:r>
              <a:t>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ClinicalTrials.gov 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</a:defRPr>
            </a:pPr>
            <a:r>
              <a:t>Active/completed trial finder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</a:defRPr>
            </a:pPr>
            <a:r>
              <a:t>None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7A3D"/>
                </a:solidFill>
              </a:defRPr>
            </a:pPr>
            <a:r>
              <a:t>Free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0"/>
                </a:solidFill>
              </a:defRPr>
            </a:pPr>
            <a:r>
              <a:t>All enrichment runs in parallel using Python asyncio — minimal added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0"/>
                </a:solidFill>
              </a:defRPr>
            </a:pPr>
            <a:r>
              <a:t>App works without API keys (fuzzy matching fallback) — keys unlock full LLM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</a:defRPr>
            </a:pPr>
            <a:r>
              <a:t>Innovation: When AI Disagrees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0"/>
                </a:solidFill>
              </a:defRPr>
            </a:pPr>
            <a:r>
              <a:t>The most useful feature isn't the model — it's showing when the model is wrong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201168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C4320A"/>
                </a:solidFill>
              </a:defRPr>
            </a:pPr>
            <a:r>
              <a:t>Cyclosporine for Lyme Disease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Model says: 99% Strong confidence</a:t>
            </a:r>
            <a:br/>
            <a:r>
              <a:t>Evidence says: CONFLICTS</a:t>
            </a:r>
            <a:br/>
            <a:br/>
            <a:r>
              <a:t>Cyclosporine is an immunosuppressant.</a:t>
            </a:r>
            <a:br/>
            <a:r>
              <a:t>Lyme Disease is a bacterial infection.</a:t>
            </a:r>
            <a:br/>
            <a:r>
              <a:t>Immunosuppression would worsen it.</a:t>
            </a:r>
            <a:br/>
            <a:br/>
            <a:r>
              <a:t>The model detects a real biological</a:t>
            </a:r>
            <a:br/>
            <a:r>
              <a:t>relationship but can't distinguish</a:t>
            </a:r>
            <a:br/>
            <a:r>
              <a:t>"interacts with" from "would help treat."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201168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B7A3D"/>
                </a:solidFill>
              </a:defRPr>
            </a:pPr>
            <a:r>
              <a:t>Doxycycline for Lyme Disease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Model says: 99% Strong confidence</a:t>
            </a:r>
            <a:br/>
            <a:r>
              <a:t>Evidence says: STANDARD-OF-CARE</a:t>
            </a:r>
            <a:br/>
            <a:br/>
            <a:r>
              <a:t>Doxycycline is already the first-line</a:t>
            </a:r>
            <a:br/>
            <a:r>
              <a:t>antibiotic treatment for early Lyme.</a:t>
            </a:r>
            <a:br/>
            <a:r>
              <a:t>Multiple RCTs, CDC guidelines.</a:t>
            </a:r>
            <a:br/>
            <a:br/>
            <a:r>
              <a:t>Model and evidence align perfectly.</a:t>
            </a:r>
            <a:br/>
            <a:r>
              <a:t>This is the actionable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Key insight: The gap between model confidence and real-world evidence IS the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0"/>
                </a:solidFill>
              </a:defRPr>
            </a:pPr>
            <a:r>
              <a:t>No other drug repurposing tool shows both signals. Users see exactly where to trust the model and where to be skeptical.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Model vs. Evidence 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0"/>
                </a:solidFill>
              </a:defRPr>
            </a:pPr>
            <a:r>
              <a:t>Model gives high confidence to drugs that</a:t>
            </a:r>
            <a:br/>
            <a:r>
              <a:t>evidence shows are harmful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Integrated Perplexity evidence search with</a:t>
            </a:r>
            <a:br/>
            <a:r>
              <a:t>verdict badges showing agreement/conflict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API Cost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651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0"/>
                </a:solidFill>
              </a:defRPr>
            </a:pPr>
            <a:r>
              <a:t>Perplexity costs ~$0.01 per call;</a:t>
            </a:r>
            <a:br/>
            <a:r>
              <a:t>20 results = $0.20 per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651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Tiered approach: evidence for top 5,</a:t>
            </a:r>
            <a:br/>
            <a:r>
              <a:t>free APIs (PubMed/FDA/Trials) for all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Free-Text Entity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0"/>
                </a:solidFill>
              </a:defRPr>
            </a:pPr>
            <a:r>
              <a:t>Users type 'heart attack' but model</a:t>
            </a:r>
            <a:br/>
            <a:r>
              <a:t>needs 'Myocardial Infarction'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Claude Haiku + difflib fuzzy fallback;</a:t>
            </a:r>
            <a:br/>
            <a:r>
              <a:t>clarification prompt for low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Reverse Search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21207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0"/>
                </a:solidFill>
              </a:defRPr>
            </a:pPr>
            <a:r>
              <a:t>Model only scored drugs for diseases,</a:t>
            </a:r>
            <a:br/>
            <a:r>
              <a:t>not diseases for drugs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21207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Pre-cache 2,525 disease embeddings;</a:t>
            </a:r>
            <a:br/>
            <a:r>
              <a:t>mirror score_all_drugs() 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320A"/>
                </a:solidFill>
              </a:defRPr>
            </a:pPr>
            <a:r>
              <a:t>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3D"/>
                </a:solidFill>
              </a:defRPr>
            </a:pPr>
            <a:r>
              <a:t>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AI Tools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0"/>
                </a:solidFill>
              </a:defRPr>
            </a:pPr>
            <a:r>
              <a:t>AI was both the product AND the development tool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182880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Development Tools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Claude Code — Architecture design, code generation,</a:t>
            </a:r>
            <a:br/>
            <a:r>
              <a:t>debugging, all 9 features, documentation</a:t>
            </a:r>
            <a:br/>
            <a:br/>
            <a:r>
              <a:t>GitHub Copilot — Code completion</a:t>
            </a:r>
            <a:br/>
            <a:br/>
            <a:r>
              <a:t>Result: Built a 10-file, 2000+ line application</a:t>
            </a:r>
            <a:br/>
            <a:r>
              <a:t>with 5 API integrations in weeks, not months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029200" cy="182880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Runtime AI Components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Claude Haiku — Entity resolution (natural language</a:t>
            </a:r>
            <a:br/>
            <a:r>
              <a:t>to standardized medical terms)</a:t>
            </a:r>
            <a:br/>
            <a:br/>
            <a:r>
              <a:t>Perplexity Sonar — Live evidence search, structured</a:t>
            </a:r>
            <a:br/>
            <a:r>
              <a:t>verdict extraction, follow-up Q&amp;A</a:t>
            </a:r>
            <a:br/>
            <a:br/>
            <a:r>
              <a:t>Result: Every prediction grounded in real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0"/>
                </a:solidFill>
              </a:defRPr>
            </a:pPr>
            <a:r>
              <a:t>AI tools didn't just help write code — they identified architectural patterns, caught bugs the model introduced, and suggested the evidence verdict system that became the app's most distinctive feature.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Impact &amp;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00400" cy="228600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For Patients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Explore drug candidates for</a:t>
            </a:r>
            <a:br/>
            <a:r>
              <a:t>conditions with limited options</a:t>
            </a:r>
            <a:br/>
            <a:br/>
            <a:r>
              <a:t>Bring evidence-backed PDF</a:t>
            </a:r>
            <a:br/>
            <a:r>
              <a:t>reports to their doctors</a:t>
            </a:r>
            <a:br/>
            <a:br/>
            <a:r>
              <a:t>Ask follow-up questions</a:t>
            </a:r>
            <a:br/>
            <a:r>
              <a:t>about specific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200400" cy="228600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For Researchers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Screen candidates across</a:t>
            </a:r>
            <a:br/>
            <a:r>
              <a:t>thousands of drug-disease pairs</a:t>
            </a:r>
            <a:br/>
            <a:br/>
            <a:r>
              <a:t>Direct links to active</a:t>
            </a:r>
            <a:br/>
            <a:r>
              <a:t>clinical trials</a:t>
            </a:r>
            <a:br/>
            <a:br/>
            <a:r>
              <a:t>Batch mode for</a:t>
            </a:r>
            <a:br/>
            <a:r>
              <a:t>bulk hypothesis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371600"/>
            <a:ext cx="3200400" cy="228600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E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B82F6"/>
                </a:solidFill>
              </a:defRPr>
            </a:pPr>
            <a:r>
              <a:t>For Clinicians</a:t>
            </a:r>
          </a:p>
          <a:p>
            <a:pPr>
              <a:defRPr sz="1200">
                <a:solidFill>
                  <a:srgbClr val="B0B8C0"/>
                </a:solidFill>
              </a:defRPr>
            </a:pPr>
            <a:r>
              <a:t>Compare candidates</a:t>
            </a:r>
            <a:br/>
            <a:r>
              <a:t>side-by-side</a:t>
            </a:r>
            <a:br/>
            <a:br/>
            <a:r>
              <a:t>Drug interaction warnings</a:t>
            </a:r>
            <a:br/>
            <a:r>
              <a:t>for standard-of-care</a:t>
            </a:r>
            <a:br/>
            <a:br/>
            <a:r>
              <a:t>Evidence quality ratings</a:t>
            </a:r>
            <a:br/>
            <a:r>
              <a:t>(RCT vs case report)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Deploy to Hugging Face Spaces for public access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Retrain model with updated CTD data and graph neural network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Add drug-drug interaction database (DrugBank) for deeper safety checks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Integrate patient-specific factors (age, comorbidities) for personalized ranking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606D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8C0"/>
                </a:solidFill>
              </a:defRPr>
            </a:pPr>
            <a:r>
              <a:t>biolink-v2  |  streamlit run app.py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06D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8C0"/>
                </a:solidFill>
              </a:defRPr>
            </a:pPr>
            <a:r>
              <a:t>github.com/dustinhaggett/biolink-v2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8C0"/>
                </a:solidFill>
              </a:defRPr>
            </a:pPr>
            <a:r>
              <a:t>BioLink is a hypothesis-generation tool for research purposes only. Not medical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